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STUDENT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3840480" cy="365760"/>
          </a:xfrm>
          <a:prstGeom prst="roundRect">
            <a:avLst>
              <a:gd name="adj" fmla="val 12500"/>
            </a:avLst>
          </a:prstGeom>
          <a:solidFill>
            <a:srgbClr val="1B2420"/>
          </a:solidFill>
          <a:ln w="15875">
            <a:solidFill>
              <a:srgbClr val="7A9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FLASK  ·  SQLITE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FarmDB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7A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Planning &amp; Farm Input Management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web application for managing crop plans, fields, farm inputs,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tests, harvest yields and inventory — built as a Database Management System project.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5394960"/>
            <a:ext cx="10637215" cy="0"/>
          </a:xfrm>
          <a:prstGeom prst="line">
            <a:avLst/>
          </a:prstGeom>
          <a:noFill/>
          <a:ln w="9525">
            <a:solidFill>
              <a:srgbClr val="2A3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623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5879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 · SQLite · HTML/CSS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5623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5879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/ Crop Management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0" y="5623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0" y="5879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FarmDB?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FarmDB is a Python + Flask + SQLite web application designed as a Database Management System (DBMS) project. It provides a responsive, farming-themed dashboard and complete CRUD workflows for crop planning, field management, farm input inventory, soil testing and summary reports.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8803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5EFE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880360"/>
            <a:ext cx="109728" cy="265176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108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6118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farm record-keeping: crop plans, fields, inputs, soil health and harvest yields in one place.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8803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5EFE2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2880360"/>
            <a:ext cx="109728" cy="265176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3108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learning DBMS concepts, small farm managers, and educators teaching web + database integration.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01000" y="28803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5EFE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2880360"/>
            <a:ext cx="109728" cy="265176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108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6118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application with sample data. Authentication, sales UI, irrigation &amp; labour forms planned as future work.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Design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realistic farm domain with 13 interconnected tables, foreign keys and integrity constraints.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 Operations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20574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full Create-Read-Update-Delete workflows for crop plans, fields, inputs and soil tests.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200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Validation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5661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season-date rules, CHECK constraints, parameterized SQL and server-side form validation.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3200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32320" y="3200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0" y="35661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harvest yield summaries, crop-plan status counts and live input-stock reports.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709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Usable Interface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50749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responsive, farming-themed UI with flash messages and a clean dashboard overview.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4709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32320" y="4709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Focus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50749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Flask routing, SQLite schema design, joins, and safe database access patterns.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application delivers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5EFE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Planning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Season-date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Status tracking (Planned / Sown / Harvested)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Field + Crop + Season linking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5EFE2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Management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Area &amp; soil-type recording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788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Linked to parent farm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Cascade delete support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8388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5EFE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Soil Testing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pH, N, P, K values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788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Range checks (pH 0–14)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History per field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4023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5EFE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51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Inventory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05840" y="4754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Fertilizer / Seed / Pesticide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120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Stock &amp; unit-cost tracking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5486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Kind-based classification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80560" y="4023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5EFE2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251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709160" y="4754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Harvest yield by crop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09160" y="5120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 status distribution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09160" y="5486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Current input stock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83880" y="4023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5EFE2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251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Qualities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412480" y="4754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Auto-initialized sample data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0" y="5120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Parameterized SQL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0" y="5486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Health endpoint &amp; flash messages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5EFE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+ Flask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8036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≥ 3.0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8036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3 (file-based)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036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(stdlib)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036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+ CHECK constraints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4617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queries, FK 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5029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8036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173736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F5EF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Jinja2 + CSS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2084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5820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(base + 6 pages)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2084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58200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(farming theme)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5820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messages, forms, tables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2084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58200" y="4206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dashboard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20840" y="4617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58200" y="4617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Plans, Fields, Inputs, Soil, Reports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0840" y="5029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58200" y="5029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JSON endpoint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5EFE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farmdb_project/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3317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                 # Routes + schema + init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5877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       # Flask dependency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8437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30998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3558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3611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base.html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8679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dashboard.html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1239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plans.html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3799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fields.html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4636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inputs.html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4892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soil.html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51480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reports.html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5404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static/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56601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└── style.css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Single-file core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2057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routing, schema definition and database initialization live in app.py for simplicity.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834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Auto-seeded DB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3200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run a sample farm, fields, crops, seasons, inputs and a buyer are inserted.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inheritance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4343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base.html provides navigation and layout; each page extends it with page-specific content.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5120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SQLite file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75120" y="5486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farmdb.sqlite3 is created beside the app and never committed to source control.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Core Entities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EFE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identity &amp; location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17373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EFE2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linked to a farm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7373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EFE2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catalogue &amp; duration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0" y="17373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EFE2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seasons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68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Kharif / Rabi windows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154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EFE2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+ Crop + Season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66160" y="3154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EFE2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4904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/ Seed / Pesticide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3154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EFE2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3796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usage on a plan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0" y="3154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EFE2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harvests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2688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quantities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" y="45720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EFE2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buyers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" y="5212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partners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566160" y="45720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EFE2"/>
          </a:solidFill>
          <a:ln/>
        </p:spPr>
      </p:sp>
      <p:sp>
        <p:nvSpPr>
          <p:cNvPr id="33" name="Text 31"/>
          <p:cNvSpPr/>
          <p:nvPr/>
        </p:nvSpPr>
        <p:spPr>
          <a:xfrm>
            <a:off x="374904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749040" y="5212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sales records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55080" y="45720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EFE2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soil_tests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537960" y="5212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N, P, K readings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144000" y="45720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EFE2"/>
          </a:solidFill>
          <a:ln/>
        </p:spPr>
      </p:sp>
      <p:sp>
        <p:nvSpPr>
          <p:cNvPr id="39" name="Text 37"/>
          <p:cNvSpPr/>
          <p:nvPr/>
        </p:nvSpPr>
        <p:spPr>
          <a:xfrm>
            <a:off x="932688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irrigation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326880" y="5212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Watering events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77240" y="59893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EFE2"/>
          </a:solidFill>
          <a:ln/>
        </p:spPr>
      </p:sp>
      <p:sp>
        <p:nvSpPr>
          <p:cNvPr id="42" name="Text 40"/>
          <p:cNvSpPr/>
          <p:nvPr/>
        </p:nvSpPr>
        <p:spPr>
          <a:xfrm>
            <a:off x="960120" y="6217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labour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60120" y="6629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hours &amp; wages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HIGHLIGHTS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Integrity &amp; Constraints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5EFE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91640"/>
            <a:ext cx="3520440" cy="50292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Keys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fields → farms (CASCADE)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plans → fields, crops, seasons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applications → plans, inputs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harvests / irrigation / labour → plans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sales → harvests, buyers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soil_tests → fields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5EFE2"/>
          </a:solidFill>
          <a:ln/>
        </p:spPr>
      </p:sp>
      <p:sp>
        <p:nvSpPr>
          <p:cNvPr id="15" name="Shape 13"/>
          <p:cNvSpPr/>
          <p:nvPr/>
        </p:nvSpPr>
        <p:spPr>
          <a:xfrm>
            <a:off x="4480560" y="1691640"/>
            <a:ext cx="3520440" cy="50292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Constraints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09160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area &gt; 0, duration_days &gt; 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harvest_date &gt; sow_date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status ∈ {Planned, Sown, Harvested}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kind ∈ {Fertilizer, Seed, Pesticide}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 BETWEEN 0 AND 14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937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stock ≥ 0, quantity &gt; 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8388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5EFE2"/>
          </a:solidFill>
          <a:ln/>
        </p:spPr>
      </p:sp>
      <p:sp>
        <p:nvSpPr>
          <p:cNvPr id="24" name="Shape 22"/>
          <p:cNvSpPr/>
          <p:nvPr/>
        </p:nvSpPr>
        <p:spPr>
          <a:xfrm>
            <a:off x="8183880" y="1691640"/>
            <a:ext cx="3520440" cy="50292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Rules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0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Sow &amp; harvest dates must lie inside the selected season window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Parameterized queries prevent SQL injection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PRAGMA foreign_keys = ON always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Unique names for crops, seasons, inputs, buyers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Delete protected by referential integrity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Modules &amp; Routes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0604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00600" y="16002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of farms, fields, plans, inputs, total area and harvest yield + recent plans list.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Plans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23774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plans with season validation; list all plans with field, crop, season and status.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/fields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3154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plots (name, area, soil type) under the default farm; list existing fields.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3931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fertilizers, seeds or pesticides with unit cost and initial stock.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06040" y="4709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Soil Tests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4709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pH, nitrogen, phosphorus and potassium for any field with date.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5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/reports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5486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54864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by crop (kg &amp; kg/acre), plan status counts, and current input stock levels.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Run Locally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virtual environment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.venv &amp;&amp; source .venv/bin/activate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788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dependencies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154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-r requirements.txt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886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the server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251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983480"/>
            <a:ext cx="502920" cy="502920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983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in browser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5349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http://127.0.0.1:5000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137160" cy="1005840"/>
          </a:xfrm>
          <a:prstGeom prst="roundRect">
            <a:avLst>
              <a:gd name="adj" fmla="val 33333"/>
            </a:avLst>
          </a:prstGeom>
          <a:solidFill>
            <a:srgbClr val="C26A3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48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login, role-based access (admin / farm manager) and session management.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137160" cy="1005840"/>
          </a:xfrm>
          <a:prstGeom prst="roundRect">
            <a:avLst>
              <a:gd name="adj" fmla="val 33333"/>
            </a:avLst>
          </a:prstGeom>
          <a:solidFill>
            <a:srgbClr val="C26A33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Labour UI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20840" y="2148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for recording harvest sales, irrigation events and labour hours (tables already exist).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137160" cy="1005840"/>
          </a:xfrm>
          <a:prstGeom prst="roundRect">
            <a:avLst>
              <a:gd name="adj" fmla="val 33333"/>
            </a:avLst>
          </a:prstGeom>
          <a:solidFill>
            <a:srgbClr val="C26A33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Multi-farm Support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57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multiple farms and switch context instead of a single seeded farm.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3291840"/>
            <a:ext cx="137160" cy="1005840"/>
          </a:xfrm>
          <a:prstGeom prst="roundRect">
            <a:avLst>
              <a:gd name="adj" fmla="val 33333"/>
            </a:avLst>
          </a:prstGeom>
          <a:solidFill>
            <a:srgbClr val="C26A33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Charts &amp; Analytics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3657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yield trends, input-cost analysis and soil-health history charts.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800600"/>
            <a:ext cx="137160" cy="1005840"/>
          </a:xfrm>
          <a:prstGeom prst="roundRect">
            <a:avLst>
              <a:gd name="adj" fmla="val 33333"/>
            </a:avLst>
          </a:prstGeom>
          <a:solidFill>
            <a:srgbClr val="C26A33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/ Import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166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or PDF export of reports and bulk import of historical data.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4800600"/>
            <a:ext cx="137160" cy="1005840"/>
          </a:xfrm>
          <a:prstGeom prst="roundRect">
            <a:avLst>
              <a:gd name="adj" fmla="val 33333"/>
            </a:avLst>
          </a:prstGeom>
          <a:solidFill>
            <a:srgbClr val="C26A33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20840" y="5166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debug mode, use a production WSGI server, environment-based config and HTTPS.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85655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FarmDB demonstrates a complete, working DBMS application that combines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design, integrity constraints, Flask routing and a practical UI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real-world crop-planning and farm-input management.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4297680"/>
            <a:ext cx="10637215" cy="0"/>
          </a:xfrm>
          <a:prstGeom prst="line">
            <a:avLst/>
          </a:prstGeom>
          <a:noFill/>
          <a:ln w="9525">
            <a:solidFill>
              <a:srgbClr val="2A3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617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TABLES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4983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relational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4617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MODULES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4983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to Reports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4617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4983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+ CHECK + validation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281160" y="4617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RUN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81160" y="4983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startup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FarmDB — Crop Planning &amp; Farm Input Management</dc:title>
  <dc:subject>Python Flask SQLite Web Application</dc:subject>
  <dc:creator>DBMS Project</dc:creator>
  <cp:lastModifiedBy>DBMS Project</cp:lastModifiedBy>
  <cp:revision>1</cp:revision>
  <dcterms:created xsi:type="dcterms:W3CDTF">2026-10-13T11:55:06Z</dcterms:created>
  <dcterms:modified xsi:type="dcterms:W3CDTF">2026-10-13T11:55:06Z</dcterms:modified>
</cp:coreProperties>
</file>